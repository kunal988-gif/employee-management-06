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3291840" cy="365760"/>
          </a:xfrm>
          <a:prstGeom prst="roundRect">
            <a:avLst/>
          </a:prstGeom>
          <a:solidFill>
            <a:srgbClr val="F0FDFA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7490"/>
                </a:solidFill>
              </a:defRPr>
            </a:pPr>
            <a:r>
              <a:t>SMART INDIA HACKATHON (SIH)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Employee Leave Management System</a:t>
            </a:r>
          </a:p>
          <a:p>
            <a:pPr>
              <a:defRPr sz="1600">
                <a:solidFill>
                  <a:srgbClr val="0E7490"/>
                </a:solidFill>
              </a:defRPr>
            </a:pPr>
            <a:r>
              <a:t>Smart, Cloud-Based Leave Application &amp; Real-Time Quota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26080"/>
            <a:ext cx="4937760" cy="3291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7490"/>
                </a:solidFill>
              </a:defRPr>
            </a:pPr>
            <a:r>
              <a:t>PROJECT SUMMARY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Theme: Smart Automation / Office Operations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Problem Focus: Eliminating paper leaves &amp; date conflicts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Target Users: Colleges, Departments &amp; Small Enterprises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Live Status: Deployed &amp; Live on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926080"/>
            <a:ext cx="5029200" cy="3291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7490"/>
                </a:solidFill>
              </a:defRPr>
            </a:pPr>
            <a:r>
              <a:t>TEAM DETAILS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Institute: [Your College / Institute Name]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Team Leader: [Name] (Full Stack Architecture)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Member 2: [Name] (Backend API &amp; Cloud)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Member 3: [Name] (Database &amp; Security)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Member 4: [Name] (UI/UX Design)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Member 5: [Name] (Testing &amp; Validation Engine)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Member 6: [Name] (Business Analysis &amp; Docs)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7490"/>
                </a:solidFill>
              </a:defRPr>
            </a:pPr>
            <a:r>
              <a:t>SIH PRESENTATION  |  SLIDE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Problem Statement &amp;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Addressing manual inefficiencies with automated digital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11D48"/>
                </a:solidFill>
              </a:defRPr>
            </a:pPr>
            <a:r>
              <a:t>CURRENT CHALLENGES</a:t>
            </a:r>
          </a:p>
          <a:p>
            <a:pPr>
              <a:defRPr sz="1200" b="1">
                <a:solidFill>
                  <a:srgbClr val="E11D48"/>
                </a:solidFill>
              </a:defRPr>
            </a:pPr>
            <a:r>
              <a:t>✖  Lost &amp; Untracked Requests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    Paper slips, emails, and chats get misplaced, causing confusion.</a:t>
            </a:r>
          </a:p>
          <a:p>
            <a:pPr>
              <a:defRPr sz="1200" b="1">
                <a:solidFill>
                  <a:srgbClr val="E11D48"/>
                </a:solidFill>
              </a:defRPr>
            </a:pPr>
            <a:r>
              <a:t>✖  No Balance Transparency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    Employees don't know remaining leave quotas without asking HR.</a:t>
            </a:r>
          </a:p>
          <a:p>
            <a:pPr>
              <a:defRPr sz="1200" b="1">
                <a:solidFill>
                  <a:srgbClr val="E11D48"/>
                </a:solidFill>
              </a:defRPr>
            </a:pPr>
            <a:r>
              <a:t>✖  Departmental Staff Shortages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    Simultaneous leaves for key staff happen due to zero central visibility.</a:t>
            </a:r>
          </a:p>
          <a:p>
            <a:pPr>
              <a:defRPr sz="1200" b="1">
                <a:solidFill>
                  <a:srgbClr val="E11D48"/>
                </a:solidFill>
              </a:defRPr>
            </a:pPr>
            <a:r>
              <a:t>✖  Slow, Manual Approvals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    Multi-day delays waiting for physical sign-offs and paper ledger math.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E7490"/>
                </a:solidFill>
              </a:defRPr>
            </a:pPr>
            <a:r>
              <a:t>OUR PROPOSED SOLUTION</a:t>
            </a:r>
          </a:p>
          <a:p>
            <a:pPr>
              <a:defRPr sz="1200" b="1">
                <a:solidFill>
                  <a:srgbClr val="0E7490"/>
                </a:solidFill>
              </a:defRPr>
            </a:pPr>
            <a:r>
              <a:t>✔  100% Digital Self-Service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    Employees apply online in seconds and see live approval status.</a:t>
            </a:r>
          </a:p>
          <a:p>
            <a:pPr>
              <a:defRPr sz="1200" b="1">
                <a:solidFill>
                  <a:srgbClr val="0E7490"/>
                </a:solidFill>
              </a:defRPr>
            </a:pPr>
            <a:r>
              <a:t>✔  Live Quota &amp; Balance Tracking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    Real-time cards show used vs available days for every leave type.</a:t>
            </a:r>
          </a:p>
          <a:p>
            <a:pPr>
              <a:defRPr sz="1200" b="1">
                <a:solidFill>
                  <a:srgbClr val="0E7490"/>
                </a:solidFill>
              </a:defRPr>
            </a:pPr>
            <a:r>
              <a:t>✔  Smart Overlap Prevention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    Built-in validation stops overlapping requests before submission.</a:t>
            </a:r>
          </a:p>
          <a:p>
            <a:pPr>
              <a:defRPr sz="1200" b="1">
                <a:solidFill>
                  <a:srgbClr val="0E7490"/>
                </a:solidFill>
              </a:defRPr>
            </a:pPr>
            <a:r>
              <a:t>✔  1-Click Admin Approvals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    Managers review with remarks; leave balances auto-deduct instantly.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7490"/>
                </a:solidFill>
              </a:defRPr>
            </a:pPr>
            <a:r>
              <a:t>SIH PRESENTATION  |  SLIDE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Technical Approach &amp; Core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End-to-end automated architecture designed for zero friction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7490"/>
                </a:solidFill>
              </a:defRPr>
            </a:pPr>
            <a:r>
              <a:t>STEP 1: EMPLOYEE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Apply &amp; Track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Log in to secure self-service portal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View real-time quota balances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Select dates &amp; enter reason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Automatic day duration calculation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7490"/>
                </a:solidFill>
              </a:defRPr>
            </a:pPr>
            <a:r>
              <a:t>STEP 2: VALIDATION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Smart Rule Engine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Checks sufficient quota balance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Detects &amp; blocks date overlaps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Authenticates user role securely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Queues valid request for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7490"/>
                </a:solidFill>
              </a:defRPr>
            </a:pPr>
            <a:r>
              <a:t>STEP 3: ADMIN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Review &amp; Settle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Live metrics &amp; on-leave headcounts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1-click Approve or Reject with remarks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Automatic balance deduction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Permanent audit history maintained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55448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7490"/>
                </a:solidFill>
              </a:defRPr>
            </a:pPr>
            <a:r>
              <a:t>CORE ARCHITECTURAL STRENGTHS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★  Zero Client Installation: Runs seamlessly in any browser on desktop, laptop, or mobile.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★  Strict Role Isolation: Cryptographic session tokens guarantee private, secure employee and admin data.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★  Data Protection Safeguard: Prevents accidental deletion of leave categories that have linked records.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7490"/>
                </a:solidFill>
              </a:defRPr>
            </a:pPr>
            <a:r>
              <a:t>SIH PRESENTATION  |  SLIDE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Feasibility, Viability &amp; 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Practical implementation strategy and proactive risk safeguards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7490"/>
                </a:solidFill>
              </a:defRPr>
            </a:pPr>
            <a:r>
              <a:t>TECHNICAL FEASIBILITY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Cloud-native, lightweight architecture. Fast response times with 100% browser compatibility.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7490"/>
                </a:solidFill>
              </a:defRPr>
            </a:pPr>
            <a:r>
              <a:t>FINANCIAL VIABILITY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Zero hardware setup required. Open infrastructure dramatically reduces total operational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7490"/>
                </a:solidFill>
              </a:defRPr>
            </a:pPr>
            <a:r>
              <a:t>OPERATIONAL VIABILITY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Clean, intuitive user interface. Non-technical staff can use the system with zero training.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91840"/>
          <a:ext cx="10698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5760720"/>
              </a:tblGrid>
              <a:tr h="7543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Potential Challenge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Impact Level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Proactive Mitigation Strategy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Simultaneous Submissions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Database balance locking ensures balances cannot drop below zero.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Unauthorized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Strict server-side role verification protects all sensitive operations.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User Reluctance to Adopt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Simple 3-click application flow designed for immediate ease of use.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7490"/>
                </a:solidFill>
              </a:defRPr>
            </a:pPr>
            <a:r>
              <a:t>SIH PRESENTATION  |  SLIDE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Impact, Organizational Benefits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Measurable productivity enhancements for modern teams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E7490"/>
                </a:solidFill>
              </a:defRPr>
            </a:pPr>
            <a:r>
              <a:t>90%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Faster Turnaround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Approvals in minutes, not days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E7490"/>
                </a:solidFill>
              </a:defRPr>
            </a:pPr>
            <a:r>
              <a:t>100%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Paperless System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Zero manual register paperwork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E7490"/>
                </a:solidFill>
              </a:defRPr>
            </a:pPr>
            <a:r>
              <a:t>0%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Calculation Errors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Automated leave quota deduction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46888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E7490"/>
                </a:solidFill>
              </a:defRPr>
            </a:pPr>
            <a:r>
              <a:t>Live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Team Visibility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Real-time on-leave headcounts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512064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7490"/>
                </a:solidFill>
              </a:defRPr>
            </a:pPr>
            <a:r>
              <a:t>TARGET BENEFICIARIES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Colleges &amp; Universities: Faculty, departments &amp; admin offices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Small &amp; Medium Businesses: Cost-effective, modern leave tracking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Healthcare &amp; Field Operations: Ensures minimum required on-duty staff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291840"/>
            <a:ext cx="521208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7490"/>
                </a:solidFill>
              </a:defRPr>
            </a:pPr>
            <a:r>
              <a:t>SCALABILITY &amp; EXPANSION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✔ Multi-Branch Ready: Easily manages multiple departments or campuses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✔ Custom Leave Policies: Configurable yearly quotas &amp; leave categories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✔ Affordable SaaS Model: Minimal hosting cost with high return on investment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7490"/>
                </a:solidFill>
              </a:defRPr>
            </a:pPr>
            <a:r>
              <a:t>SIH PRESENTATION  |  SLIDE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Future Scope, Roadmap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Clear expansion path toward an intelligent workplace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3291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7490"/>
                </a:solidFill>
              </a:defRPr>
            </a:pPr>
            <a:r>
              <a:t>PHASE 1: SHORT-TERM ROADMAP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▶  Email &amp; SMS Alerts: Instant notification on application and review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▶  Calendar Integration: 2-way sync with Google Calendar &amp; Outlook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▶  Half-Day Leaves: Support for half-day &amp; emergency short leaves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▶  Export Reports: 1-click monthly leave summaries to Excel / 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3291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7490"/>
                </a:solidFill>
              </a:defRPr>
            </a:pPr>
            <a:r>
              <a:t>PHASE 2: LONG-TERM VISION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✦  AI Staffing Forecaster: Smart warnings when team capacity is too low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✦  Dedicated Mobile App: Quick approvals on Android and iOS devices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✦  Biometric Attendance Sync: Connects directly with RFID &amp; biometric machines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✦  Slack / Teams Integration: Request leaves directly inside chat channels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10698480" cy="1188720"/>
          </a:xfrm>
          <a:prstGeom prst="roundRect">
            <a:avLst/>
          </a:prstGeom>
          <a:solidFill>
            <a:srgbClr val="F0FDFA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7490"/>
                </a:solidFill>
              </a:defRPr>
            </a:pPr>
            <a:r>
              <a:t>CONCLUSION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Our Employee Leave Management System replaces messy, error-prone manual paperwork with a fast, transparent, and automated digital platform—delivering immediate clarity for employees and complete control for administrators.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