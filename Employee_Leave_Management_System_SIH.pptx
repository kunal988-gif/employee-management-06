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3108960" cy="36576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SMART INDIA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Employee Leave Management System</a:t>
            </a:r>
          </a:p>
          <a:p>
            <a:pPr>
              <a:defRPr sz="1500">
                <a:solidFill>
                  <a:srgbClr val="2563EB"/>
                </a:solidFill>
              </a:defRPr>
            </a:pPr>
            <a:r>
              <a:t>Automated digital leave approvals and real-time quota tracking.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26080"/>
            <a:ext cx="4937760" cy="3291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PROJECT HIGHLIGHTS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Theme: Smart Automation / Office Operations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Problem Focus: Paperless Leave Governance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Target Users: Colleges, Universities &amp; SMEs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Deployment: Live on Cloud (Vercel + Render)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926080"/>
            <a:ext cx="5029200" cy="3291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TEAM DETAILS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Institute: [College / Institute Name]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1. Team Leader: [Name] – Full Stack Architecture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2. Member 2: [Name] – Backend API &amp; Cloud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3. Member 3: [Name] – Database &amp; Security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4. Member 4: [Name] – Frontend &amp; UI/UX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5. Member 5: [Name] – QA &amp; System Testing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6. Member 6: [Name] – Documentation &amp;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SIH 2024  •  SLIDE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vs.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Replacing manual bottlenecks with instant digital automation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1F2"/>
          </a:solidFill>
          <a:ln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11D48"/>
                </a:solidFill>
              </a:defRPr>
            </a:pPr>
            <a:r>
              <a:t>THE PROBLEM (CURRENT MANUAL SYSTEM)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Lost Requests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Paper slips and informal chat messages get misplaced.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No Quota Transparency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Employees cannot check their remaining leave balances.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Staffing Shortages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Overlapping leaves cause departmental workforce deficits.</a:t>
            </a:r>
          </a:p>
          <a:p>
            <a:pPr>
              <a:defRPr sz="1200" b="1">
                <a:solidFill>
                  <a:srgbClr val="E11D48"/>
                </a:solidFill>
              </a:defRPr>
            </a:pPr>
            <a:r>
              <a:t>✖  Slow Approval Delays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Days wasted chasing managers for physical signatures.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OUR SOLUTION (AUTOMATED PLATFORM)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 100% Online Portal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Apply from any device and get live status updates.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 Real-Time Balances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Instant visibility into Sick, Casual, and Paid quotas.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 Smart Overlap Blocker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Auto-prevents conflicting leaves before submission.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✔  1-Click Approvals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Managers approve with remarks; balances auto-deduct.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SIH 2024  •  SLIDE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How It Works (System Workflow)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 simple 3-step automated journey for staff and administrators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STEP 1: APPLY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Employee Action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Log into personal portal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Check remaining quota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Select dates &amp; enter reason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Days calculated automatically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STEP 2: VALIDATE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System Intelligence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Checks quota availability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Scans for date overlaps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Enforces leave type rules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Notifies manager queue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STEP 3: RESOLVE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Admin Decision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View on-leave headcounts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1-click Approve or Reject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Optional manager remarks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Balance deducts automatically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137160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CORE ADVANTAGES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★ Works in Any Browser: No downloads or app installation required for staff.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★ Role-Based Security: Separate authenticated dashboards for Employees vs. Admins.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★ Audit Ready: Full historical log of every application, approval, and rejection.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SIH 2024  •  SLIDE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Feasibility &amp; Risk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High practical viability backed by built-in security safeguards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TECHNICAL FEASIBILITY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Cloud-native web platform. High performance, zero local server maintenance, and 100% browser compatibility.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FINANCIAL VIABILITY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Near-zero setup costs. Eliminates expensive enterprise licenses and physical paperwork expenses.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29184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OPERATIONAL VIABILITY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Extremely simple 3-click workflow. Any non-technical employee can use it immediately without training.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9184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5943600"/>
              </a:tblGrid>
              <a:tr h="7543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Potential Risk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Our Solution / Mitigation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Simultaneous Applications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Atomic database locking guarantees balances never drop below zero.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Unauthorized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Strict token-based role verification protects managerial actions.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User Reluctance to Adopt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Simple, familiar web interface requiring under 30 seconds to apply.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SIH 2024  •  SLIDE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Impact, Benefits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Proven productivity gains and seamless institutional scaling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90%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Faster Approvals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Resolved in minutes vs.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100%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Paperless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Zero paper register logs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0%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Balance Errors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Automated quota arithmetic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1463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563EB"/>
                </a:solidFill>
              </a:defRPr>
            </a:pPr>
            <a:r>
              <a:t>Live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Team Visibility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Real-time on-leave headcounts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512064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PRIMARY BENEFICIARIES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Colleges &amp; Universities: Faculty, staff, lab technicians &amp; deans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Small &amp; Medium Businesses: Lightweight, affordable employee governance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Operational Teams: Maintains minimum required staff on duty daily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91840"/>
            <a:ext cx="521208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EXPANSION &amp; SCALABILITY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✔ Multi-Branch Architecture: Easily manages multiple departments or campuses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✔ Custom Leave Policies: Configurable yearly quotas for any organization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✔ Cloud Ready: Stateless architecture handles traffic spikes smoothly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926080" cy="32004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SIH 2024  •  SLIDE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Future Roadmap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Clear evolutionary path toward an intelligent workforce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3200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PHASE 1: SHORT TERM (0 - 3 MONTHS)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Email / SMS Alerts: Instant notifications for submissions and approvals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Calendar Integration: Auto sync with Google Calendar &amp; Outlook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Half-Day Leaves: Support for half-day &amp; emergency short permits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▶  Excel / PDF Export: 1-click monthly departmental leave reports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3200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PHASE 2: LONG TERM (3 - 12 MONTHS)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AI Staffing Forecaster: Alerts when department on-duty staff drops too low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Native Mobile App: Dedicated Android &amp; iOS apps with push alerts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Biometric Sync: Integrates with physical RFID/biometric punch machines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✦  Slack / Teams Bots: Request and approve leaves within chat 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10698480" cy="1280160"/>
          </a:xfrm>
          <a:prstGeom prst="roundRect">
            <a:avLst/>
          </a:prstGeom>
          <a:solidFill>
            <a:srgbClr val="F0FDF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CONCLUSION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The Employee Leave Management System replaces slow, error-prone paperwork with an instant, transparent, and automated digital platform—giving employees total clarity and administrators complete operational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